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4" r:id="rId9"/>
  </p:sldIdLst>
  <p:sldSz cx="18288000" cy="10287000"/>
  <p:notesSz cx="6858000" cy="9144000"/>
  <p:embeddedFontLst>
    <p:embeddedFont>
      <p:font typeface="Poppins Semi-Bold" panose="020B0604020202020204" charset="0"/>
      <p:regular r:id="rId10"/>
    </p:embeddedFont>
    <p:embeddedFont>
      <p:font typeface="Times New Roman Bold" panose="02020803070505020304" pitchFamily="18" charset="0"/>
      <p:regular r:id="rId11"/>
      <p:bold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189C39-154E-4581-9CCB-1C2CA87680E3}" v="12" dt="2025-04-30T09:28:22.26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31" d="100"/>
          <a:sy n="31" d="100"/>
        </p:scale>
        <p:origin x="1042" y="5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3.fntdata"/><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aveen kumar" userId="bf6a5d2c7f510bb5" providerId="LiveId" clId="{FE189C39-154E-4581-9CCB-1C2CA87680E3}"/>
    <pc:docChg chg="undo custSel addSld delSld modSld sldOrd">
      <pc:chgData name="naveen kumar" userId="bf6a5d2c7f510bb5" providerId="LiveId" clId="{FE189C39-154E-4581-9CCB-1C2CA87680E3}" dt="2025-04-30T09:40:57.163" v="871" actId="27309"/>
      <pc:docMkLst>
        <pc:docMk/>
      </pc:docMkLst>
      <pc:sldChg chg="modSp mod">
        <pc:chgData name="naveen kumar" userId="bf6a5d2c7f510bb5" providerId="LiveId" clId="{FE189C39-154E-4581-9CCB-1C2CA87680E3}" dt="2025-04-30T09:32:28.923" v="861" actId="20577"/>
        <pc:sldMkLst>
          <pc:docMk/>
          <pc:sldMk cId="0" sldId="256"/>
        </pc:sldMkLst>
        <pc:spChg chg="mod">
          <ac:chgData name="naveen kumar" userId="bf6a5d2c7f510bb5" providerId="LiveId" clId="{FE189C39-154E-4581-9CCB-1C2CA87680E3}" dt="2025-04-30T08:06:55.935" v="18" actId="1076"/>
          <ac:spMkLst>
            <pc:docMk/>
            <pc:sldMk cId="0" sldId="256"/>
            <ac:spMk id="2" creationId="{00000000-0000-0000-0000-000000000000}"/>
          </ac:spMkLst>
        </pc:spChg>
        <pc:spChg chg="mod">
          <ac:chgData name="naveen kumar" userId="bf6a5d2c7f510bb5" providerId="LiveId" clId="{FE189C39-154E-4581-9CCB-1C2CA87680E3}" dt="2025-04-30T09:32:28.923" v="861" actId="20577"/>
          <ac:spMkLst>
            <pc:docMk/>
            <pc:sldMk cId="0" sldId="256"/>
            <ac:spMk id="6" creationId="{00000000-0000-0000-0000-000000000000}"/>
          </ac:spMkLst>
        </pc:spChg>
        <pc:spChg chg="mod">
          <ac:chgData name="naveen kumar" userId="bf6a5d2c7f510bb5" providerId="LiveId" clId="{FE189C39-154E-4581-9CCB-1C2CA87680E3}" dt="2025-04-30T08:07:03.634" v="19" actId="207"/>
          <ac:spMkLst>
            <pc:docMk/>
            <pc:sldMk cId="0" sldId="256"/>
            <ac:spMk id="9" creationId="{00000000-0000-0000-0000-000000000000}"/>
          </ac:spMkLst>
        </pc:spChg>
      </pc:sldChg>
      <pc:sldChg chg="addSp delSp modSp mod ord">
        <pc:chgData name="naveen kumar" userId="bf6a5d2c7f510bb5" providerId="LiveId" clId="{FE189C39-154E-4581-9CCB-1C2CA87680E3}" dt="2025-04-30T09:40:57.163" v="871" actId="27309"/>
        <pc:sldMkLst>
          <pc:docMk/>
          <pc:sldMk cId="0" sldId="257"/>
        </pc:sldMkLst>
        <pc:spChg chg="del mod">
          <ac:chgData name="naveen kumar" userId="bf6a5d2c7f510bb5" providerId="LiveId" clId="{FE189C39-154E-4581-9CCB-1C2CA87680E3}" dt="2025-04-30T08:32:30.506" v="64"/>
          <ac:spMkLst>
            <pc:docMk/>
            <pc:sldMk cId="0" sldId="257"/>
            <ac:spMk id="13" creationId="{00000000-0000-0000-0000-000000000000}"/>
          </ac:spMkLst>
        </pc:spChg>
        <pc:spChg chg="mod">
          <ac:chgData name="naveen kumar" userId="bf6a5d2c7f510bb5" providerId="LiveId" clId="{FE189C39-154E-4581-9CCB-1C2CA87680E3}" dt="2025-04-30T08:32:55.168" v="68" actId="1076"/>
          <ac:spMkLst>
            <pc:docMk/>
            <pc:sldMk cId="0" sldId="257"/>
            <ac:spMk id="14" creationId="{00000000-0000-0000-0000-000000000000}"/>
          </ac:spMkLst>
        </pc:spChg>
        <pc:grpChg chg="del">
          <ac:chgData name="naveen kumar" userId="bf6a5d2c7f510bb5" providerId="LiveId" clId="{FE189C39-154E-4581-9CCB-1C2CA87680E3}" dt="2025-04-30T08:32:30.504" v="62" actId="478"/>
          <ac:grpSpMkLst>
            <pc:docMk/>
            <pc:sldMk cId="0" sldId="257"/>
            <ac:grpSpMk id="6" creationId="{00000000-0000-0000-0000-000000000000}"/>
          </ac:grpSpMkLst>
        </pc:grpChg>
        <pc:graphicFrameChg chg="add modGraphic">
          <ac:chgData name="naveen kumar" userId="bf6a5d2c7f510bb5" providerId="LiveId" clId="{FE189C39-154E-4581-9CCB-1C2CA87680E3}" dt="2025-04-30T09:40:57.163" v="871" actId="27309"/>
          <ac:graphicFrameMkLst>
            <pc:docMk/>
            <pc:sldMk cId="0" sldId="257"/>
            <ac:graphicFrameMk id="7" creationId="{03A799D9-CBBB-EE6C-6CD4-B17D342D7FA0}"/>
          </ac:graphicFrameMkLst>
        </pc:graphicFrameChg>
      </pc:sldChg>
      <pc:sldChg chg="modSp mod">
        <pc:chgData name="naveen kumar" userId="bf6a5d2c7f510bb5" providerId="LiveId" clId="{FE189C39-154E-4581-9CCB-1C2CA87680E3}" dt="2025-04-30T09:25:43.433" v="649" actId="20577"/>
        <pc:sldMkLst>
          <pc:docMk/>
          <pc:sldMk cId="0" sldId="258"/>
        </pc:sldMkLst>
        <pc:spChg chg="mod">
          <ac:chgData name="naveen kumar" userId="bf6a5d2c7f510bb5" providerId="LiveId" clId="{FE189C39-154E-4581-9CCB-1C2CA87680E3}" dt="2025-04-30T09:25:10.381" v="619" actId="14100"/>
          <ac:spMkLst>
            <pc:docMk/>
            <pc:sldMk cId="0" sldId="258"/>
            <ac:spMk id="5" creationId="{00000000-0000-0000-0000-000000000000}"/>
          </ac:spMkLst>
        </pc:spChg>
        <pc:spChg chg="mod">
          <ac:chgData name="naveen kumar" userId="bf6a5d2c7f510bb5" providerId="LiveId" clId="{FE189C39-154E-4581-9CCB-1C2CA87680E3}" dt="2025-04-30T09:25:43.433" v="649" actId="20577"/>
          <ac:spMkLst>
            <pc:docMk/>
            <pc:sldMk cId="0" sldId="258"/>
            <ac:spMk id="9" creationId="{00000000-0000-0000-0000-000000000000}"/>
          </ac:spMkLst>
        </pc:spChg>
        <pc:spChg chg="mod">
          <ac:chgData name="naveen kumar" userId="bf6a5d2c7f510bb5" providerId="LiveId" clId="{FE189C39-154E-4581-9CCB-1C2CA87680E3}" dt="2025-04-30T08:43:52.371" v="286" actId="20577"/>
          <ac:spMkLst>
            <pc:docMk/>
            <pc:sldMk cId="0" sldId="258"/>
            <ac:spMk id="10" creationId="{00000000-0000-0000-0000-000000000000}"/>
          </ac:spMkLst>
        </pc:spChg>
      </pc:sldChg>
      <pc:sldChg chg="modSp mod">
        <pc:chgData name="naveen kumar" userId="bf6a5d2c7f510bb5" providerId="LiveId" clId="{FE189C39-154E-4581-9CCB-1C2CA87680E3}" dt="2025-04-30T09:36:13.343" v="868" actId="20577"/>
        <pc:sldMkLst>
          <pc:docMk/>
          <pc:sldMk cId="0" sldId="259"/>
        </pc:sldMkLst>
        <pc:spChg chg="mod">
          <ac:chgData name="naveen kumar" userId="bf6a5d2c7f510bb5" providerId="LiveId" clId="{FE189C39-154E-4581-9CCB-1C2CA87680E3}" dt="2025-04-30T09:26:52.920" v="682" actId="1076"/>
          <ac:spMkLst>
            <pc:docMk/>
            <pc:sldMk cId="0" sldId="259"/>
            <ac:spMk id="2" creationId="{00000000-0000-0000-0000-000000000000}"/>
          </ac:spMkLst>
        </pc:spChg>
        <pc:spChg chg="mod">
          <ac:chgData name="naveen kumar" userId="bf6a5d2c7f510bb5" providerId="LiveId" clId="{FE189C39-154E-4581-9CCB-1C2CA87680E3}" dt="2025-04-30T09:26:40.362" v="681" actId="14100"/>
          <ac:spMkLst>
            <pc:docMk/>
            <pc:sldMk cId="0" sldId="259"/>
            <ac:spMk id="5" creationId="{00000000-0000-0000-0000-000000000000}"/>
          </ac:spMkLst>
        </pc:spChg>
        <pc:spChg chg="mod">
          <ac:chgData name="naveen kumar" userId="bf6a5d2c7f510bb5" providerId="LiveId" clId="{FE189C39-154E-4581-9CCB-1C2CA87680E3}" dt="2025-04-30T09:26:29.129" v="679" actId="1076"/>
          <ac:spMkLst>
            <pc:docMk/>
            <pc:sldMk cId="0" sldId="259"/>
            <ac:spMk id="9" creationId="{00000000-0000-0000-0000-000000000000}"/>
          </ac:spMkLst>
        </pc:spChg>
        <pc:spChg chg="mod">
          <ac:chgData name="naveen kumar" userId="bf6a5d2c7f510bb5" providerId="LiveId" clId="{FE189C39-154E-4581-9CCB-1C2CA87680E3}" dt="2025-04-30T09:36:13.343" v="868" actId="20577"/>
          <ac:spMkLst>
            <pc:docMk/>
            <pc:sldMk cId="0" sldId="259"/>
            <ac:spMk id="10" creationId="{00000000-0000-0000-0000-000000000000}"/>
          </ac:spMkLst>
        </pc:spChg>
      </pc:sldChg>
      <pc:sldChg chg="addSp delSp modSp mod">
        <pc:chgData name="naveen kumar" userId="bf6a5d2c7f510bb5" providerId="LiveId" clId="{FE189C39-154E-4581-9CCB-1C2CA87680E3}" dt="2025-04-30T09:29:05.442" v="725" actId="14100"/>
        <pc:sldMkLst>
          <pc:docMk/>
          <pc:sldMk cId="0" sldId="260"/>
        </pc:sldMkLst>
        <pc:spChg chg="mod">
          <ac:chgData name="naveen kumar" userId="bf6a5d2c7f510bb5" providerId="LiveId" clId="{FE189C39-154E-4581-9CCB-1C2CA87680E3}" dt="2025-04-30T09:11:30.460" v="480" actId="1076"/>
          <ac:spMkLst>
            <pc:docMk/>
            <pc:sldMk cId="0" sldId="260"/>
            <ac:spMk id="2" creationId="{00000000-0000-0000-0000-000000000000}"/>
          </ac:spMkLst>
        </pc:spChg>
        <pc:spChg chg="mod">
          <ac:chgData name="naveen kumar" userId="bf6a5d2c7f510bb5" providerId="LiveId" clId="{FE189C39-154E-4581-9CCB-1C2CA87680E3}" dt="2025-04-30T09:28:59.371" v="723" actId="14100"/>
          <ac:spMkLst>
            <pc:docMk/>
            <pc:sldMk cId="0" sldId="260"/>
            <ac:spMk id="5" creationId="{00000000-0000-0000-0000-000000000000}"/>
          </ac:spMkLst>
        </pc:spChg>
        <pc:spChg chg="add del mod">
          <ac:chgData name="naveen kumar" userId="bf6a5d2c7f510bb5" providerId="LiveId" clId="{FE189C39-154E-4581-9CCB-1C2CA87680E3}" dt="2025-04-30T09:29:05.442" v="725" actId="14100"/>
          <ac:spMkLst>
            <pc:docMk/>
            <pc:sldMk cId="0" sldId="260"/>
            <ac:spMk id="9" creationId="{00000000-0000-0000-0000-000000000000}"/>
          </ac:spMkLst>
        </pc:spChg>
        <pc:spChg chg="mod">
          <ac:chgData name="naveen kumar" userId="bf6a5d2c7f510bb5" providerId="LiveId" clId="{FE189C39-154E-4581-9CCB-1C2CA87680E3}" dt="2025-04-30T09:11:47.164" v="483" actId="255"/>
          <ac:spMkLst>
            <pc:docMk/>
            <pc:sldMk cId="0" sldId="260"/>
            <ac:spMk id="10" creationId="{00000000-0000-0000-0000-000000000000}"/>
          </ac:spMkLst>
        </pc:spChg>
        <pc:spChg chg="add del mod">
          <ac:chgData name="naveen kumar" userId="bf6a5d2c7f510bb5" providerId="LiveId" clId="{FE189C39-154E-4581-9CCB-1C2CA87680E3}" dt="2025-04-30T09:28:21.025" v="695" actId="20577"/>
          <ac:spMkLst>
            <pc:docMk/>
            <pc:sldMk cId="0" sldId="260"/>
            <ac:spMk id="11" creationId="{319673F1-126E-F362-4594-DB7DC17DAE89}"/>
          </ac:spMkLst>
        </pc:spChg>
        <pc:spChg chg="add mod">
          <ac:chgData name="naveen kumar" userId="bf6a5d2c7f510bb5" providerId="LiveId" clId="{FE189C39-154E-4581-9CCB-1C2CA87680E3}" dt="2025-04-30T09:28:16.469" v="693" actId="20577"/>
          <ac:spMkLst>
            <pc:docMk/>
            <pc:sldMk cId="0" sldId="260"/>
            <ac:spMk id="12" creationId="{5F1D91A3-3CA5-9355-6418-902F0AD19A39}"/>
          </ac:spMkLst>
        </pc:spChg>
      </pc:sldChg>
      <pc:sldChg chg="modSp mod">
        <pc:chgData name="naveen kumar" userId="bf6a5d2c7f510bb5" providerId="LiveId" clId="{FE189C39-154E-4581-9CCB-1C2CA87680E3}" dt="2025-04-30T09:29:43.330" v="754" actId="1076"/>
        <pc:sldMkLst>
          <pc:docMk/>
          <pc:sldMk cId="0" sldId="261"/>
        </pc:sldMkLst>
        <pc:spChg chg="mod">
          <ac:chgData name="naveen kumar" userId="bf6a5d2c7f510bb5" providerId="LiveId" clId="{FE189C39-154E-4581-9CCB-1C2CA87680E3}" dt="2025-04-30T09:14:37.068" v="485" actId="1076"/>
          <ac:spMkLst>
            <pc:docMk/>
            <pc:sldMk cId="0" sldId="261"/>
            <ac:spMk id="2" creationId="{00000000-0000-0000-0000-000000000000}"/>
          </ac:spMkLst>
        </pc:spChg>
        <pc:spChg chg="mod">
          <ac:chgData name="naveen kumar" userId="bf6a5d2c7f510bb5" providerId="LiveId" clId="{FE189C39-154E-4581-9CCB-1C2CA87680E3}" dt="2025-04-30T09:29:22.827" v="728" actId="14100"/>
          <ac:spMkLst>
            <pc:docMk/>
            <pc:sldMk cId="0" sldId="261"/>
            <ac:spMk id="5" creationId="{00000000-0000-0000-0000-000000000000}"/>
          </ac:spMkLst>
        </pc:spChg>
        <pc:spChg chg="mod">
          <ac:chgData name="naveen kumar" userId="bf6a5d2c7f510bb5" providerId="LiveId" clId="{FE189C39-154E-4581-9CCB-1C2CA87680E3}" dt="2025-04-30T09:29:43.330" v="754" actId="1076"/>
          <ac:spMkLst>
            <pc:docMk/>
            <pc:sldMk cId="0" sldId="261"/>
            <ac:spMk id="9" creationId="{00000000-0000-0000-0000-000000000000}"/>
          </ac:spMkLst>
        </pc:spChg>
        <pc:spChg chg="mod">
          <ac:chgData name="naveen kumar" userId="bf6a5d2c7f510bb5" providerId="LiveId" clId="{FE189C39-154E-4581-9CCB-1C2CA87680E3}" dt="2025-04-30T09:15:54.075" v="592" actId="255"/>
          <ac:spMkLst>
            <pc:docMk/>
            <pc:sldMk cId="0" sldId="261"/>
            <ac:spMk id="10" creationId="{00000000-0000-0000-0000-000000000000}"/>
          </ac:spMkLst>
        </pc:spChg>
      </pc:sldChg>
      <pc:sldChg chg="addSp delSp modSp mod">
        <pc:chgData name="naveen kumar" userId="bf6a5d2c7f510bb5" providerId="LiveId" clId="{FE189C39-154E-4581-9CCB-1C2CA87680E3}" dt="2025-04-30T09:30:40.214" v="786" actId="255"/>
        <pc:sldMkLst>
          <pc:docMk/>
          <pc:sldMk cId="0" sldId="262"/>
        </pc:sldMkLst>
        <pc:spChg chg="mod">
          <ac:chgData name="naveen kumar" userId="bf6a5d2c7f510bb5" providerId="LiveId" clId="{FE189C39-154E-4581-9CCB-1C2CA87680E3}" dt="2025-04-30T09:18:05.526" v="599" actId="1076"/>
          <ac:spMkLst>
            <pc:docMk/>
            <pc:sldMk cId="0" sldId="262"/>
            <ac:spMk id="2" creationId="{00000000-0000-0000-0000-000000000000}"/>
          </ac:spMkLst>
        </pc:spChg>
        <pc:spChg chg="add del mod">
          <ac:chgData name="naveen kumar" userId="bf6a5d2c7f510bb5" providerId="LiveId" clId="{FE189C39-154E-4581-9CCB-1C2CA87680E3}" dt="2025-04-30T09:30:15.617" v="762" actId="478"/>
          <ac:spMkLst>
            <pc:docMk/>
            <pc:sldMk cId="0" sldId="262"/>
            <ac:spMk id="5" creationId="{00000000-0000-0000-0000-000000000000}"/>
          </ac:spMkLst>
        </pc:spChg>
        <pc:spChg chg="mod">
          <ac:chgData name="naveen kumar" userId="bf6a5d2c7f510bb5" providerId="LiveId" clId="{FE189C39-154E-4581-9CCB-1C2CA87680E3}" dt="2025-04-30T09:30:40.214" v="786" actId="255"/>
          <ac:spMkLst>
            <pc:docMk/>
            <pc:sldMk cId="0" sldId="262"/>
            <ac:spMk id="9" creationId="{00000000-0000-0000-0000-000000000000}"/>
          </ac:spMkLst>
        </pc:spChg>
        <pc:spChg chg="mod">
          <ac:chgData name="naveen kumar" userId="bf6a5d2c7f510bb5" providerId="LiveId" clId="{FE189C39-154E-4581-9CCB-1C2CA87680E3}" dt="2025-04-30T09:20:24.020" v="605" actId="113"/>
          <ac:spMkLst>
            <pc:docMk/>
            <pc:sldMk cId="0" sldId="262"/>
            <ac:spMk id="10" creationId="{00000000-0000-0000-0000-000000000000}"/>
          </ac:spMkLst>
        </pc:spChg>
      </pc:sldChg>
      <pc:sldChg chg="del">
        <pc:chgData name="naveen kumar" userId="bf6a5d2c7f510bb5" providerId="LiveId" clId="{FE189C39-154E-4581-9CCB-1C2CA87680E3}" dt="2025-04-30T09:20:37.802" v="606" actId="2696"/>
        <pc:sldMkLst>
          <pc:docMk/>
          <pc:sldMk cId="0" sldId="263"/>
        </pc:sldMkLst>
      </pc:sldChg>
      <pc:sldChg chg="modSp mod">
        <pc:chgData name="naveen kumar" userId="bf6a5d2c7f510bb5" providerId="LiveId" clId="{FE189C39-154E-4581-9CCB-1C2CA87680E3}" dt="2025-04-30T09:31:46.063" v="820" actId="1076"/>
        <pc:sldMkLst>
          <pc:docMk/>
          <pc:sldMk cId="0" sldId="264"/>
        </pc:sldMkLst>
        <pc:spChg chg="mod">
          <ac:chgData name="naveen kumar" userId="bf6a5d2c7f510bb5" providerId="LiveId" clId="{FE189C39-154E-4581-9CCB-1C2CA87680E3}" dt="2025-04-30T09:31:46.063" v="820" actId="1076"/>
          <ac:spMkLst>
            <pc:docMk/>
            <pc:sldMk cId="0" sldId="264"/>
            <ac:spMk id="2" creationId="{00000000-0000-0000-0000-000000000000}"/>
          </ac:spMkLst>
        </pc:spChg>
        <pc:spChg chg="mod">
          <ac:chgData name="naveen kumar" userId="bf6a5d2c7f510bb5" providerId="LiveId" clId="{FE189C39-154E-4581-9CCB-1C2CA87680E3}" dt="2025-04-30T09:31:18.614" v="815" actId="1076"/>
          <ac:spMkLst>
            <pc:docMk/>
            <pc:sldMk cId="0" sldId="264"/>
            <ac:spMk id="5" creationId="{00000000-0000-0000-0000-000000000000}"/>
          </ac:spMkLst>
        </pc:spChg>
        <pc:spChg chg="mod">
          <ac:chgData name="naveen kumar" userId="bf6a5d2c7f510bb5" providerId="LiveId" clId="{FE189C39-154E-4581-9CCB-1C2CA87680E3}" dt="2025-04-30T09:31:38.173" v="819" actId="14100"/>
          <ac:spMkLst>
            <pc:docMk/>
            <pc:sldMk cId="0" sldId="264"/>
            <ac:spMk id="9" creationId="{00000000-0000-0000-0000-000000000000}"/>
          </ac:spMkLst>
        </pc:spChg>
        <pc:spChg chg="mod">
          <ac:chgData name="naveen kumar" userId="bf6a5d2c7f510bb5" providerId="LiveId" clId="{FE189C39-154E-4581-9CCB-1C2CA87680E3}" dt="2025-04-30T09:23:04.556" v="614" actId="1076"/>
          <ac:spMkLst>
            <pc:docMk/>
            <pc:sldMk cId="0" sldId="264"/>
            <ac:spMk id="10" creationId="{00000000-0000-0000-0000-000000000000}"/>
          </ac:spMkLst>
        </pc:spChg>
      </pc:sldChg>
      <pc:sldChg chg="del">
        <pc:chgData name="naveen kumar" userId="bf6a5d2c7f510bb5" providerId="LiveId" clId="{FE189C39-154E-4581-9CCB-1C2CA87680E3}" dt="2025-04-30T09:20:53.620" v="607" actId="2696"/>
        <pc:sldMkLst>
          <pc:docMk/>
          <pc:sldMk cId="0" sldId="265"/>
        </pc:sldMkLst>
      </pc:sldChg>
      <pc:sldChg chg="new del">
        <pc:chgData name="naveen kumar" userId="bf6a5d2c7f510bb5" providerId="LiveId" clId="{FE189C39-154E-4581-9CCB-1C2CA87680E3}" dt="2025-04-30T09:23:31.307" v="616" actId="2696"/>
        <pc:sldMkLst>
          <pc:docMk/>
          <pc:sldMk cId="521477573" sldId="265"/>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8.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603"/>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6214198" y="189277"/>
            <a:ext cx="5292017" cy="1678847"/>
          </a:xfrm>
          <a:custGeom>
            <a:avLst/>
            <a:gdLst/>
            <a:ahLst/>
            <a:cxnLst/>
            <a:rect l="l" t="t" r="r" b="b"/>
            <a:pathLst>
              <a:path w="5292017" h="1678847">
                <a:moveTo>
                  <a:pt x="0" y="0"/>
                </a:moveTo>
                <a:lnTo>
                  <a:pt x="5292017" y="0"/>
                </a:lnTo>
                <a:lnTo>
                  <a:pt x="5292017" y="1678846"/>
                </a:lnTo>
                <a:lnTo>
                  <a:pt x="0" y="1678846"/>
                </a:lnTo>
                <a:lnTo>
                  <a:pt x="0" y="0"/>
                </a:lnTo>
                <a:close/>
              </a:path>
            </a:pathLst>
          </a:custGeom>
          <a:blipFill>
            <a:blip r:embed="rId3"/>
            <a:stretch>
              <a:fillRect/>
            </a:stretch>
          </a:blipFill>
        </p:spPr>
      </p:sp>
      <p:sp>
        <p:nvSpPr>
          <p:cNvPr id="4" name="Freeform 4"/>
          <p:cNvSpPr/>
          <p:nvPr/>
        </p:nvSpPr>
        <p:spPr>
          <a:xfrm>
            <a:off x="2274368" y="302299"/>
            <a:ext cx="3042518" cy="1452802"/>
          </a:xfrm>
          <a:custGeom>
            <a:avLst/>
            <a:gdLst/>
            <a:ahLst/>
            <a:cxnLst/>
            <a:rect l="l" t="t" r="r" b="b"/>
            <a:pathLst>
              <a:path w="3042518" h="1452802">
                <a:moveTo>
                  <a:pt x="0" y="0"/>
                </a:moveTo>
                <a:lnTo>
                  <a:pt x="3042518" y="0"/>
                </a:lnTo>
                <a:lnTo>
                  <a:pt x="3042518" y="1452802"/>
                </a:lnTo>
                <a:lnTo>
                  <a:pt x="0" y="1452802"/>
                </a:lnTo>
                <a:lnTo>
                  <a:pt x="0" y="0"/>
                </a:lnTo>
                <a:close/>
              </a:path>
            </a:pathLst>
          </a:custGeom>
          <a:blipFill>
            <a:blip r:embed="rId4"/>
            <a:stretch>
              <a:fillRect/>
            </a:stretch>
          </a:blipFill>
        </p:spPr>
      </p:sp>
      <p:sp>
        <p:nvSpPr>
          <p:cNvPr id="5" name="Freeform 5"/>
          <p:cNvSpPr/>
          <p:nvPr/>
        </p:nvSpPr>
        <p:spPr>
          <a:xfrm>
            <a:off x="13119591" y="302299"/>
            <a:ext cx="1868213" cy="1868213"/>
          </a:xfrm>
          <a:custGeom>
            <a:avLst/>
            <a:gdLst/>
            <a:ahLst/>
            <a:cxnLst/>
            <a:rect l="l" t="t" r="r" b="b"/>
            <a:pathLst>
              <a:path w="1868213" h="1868213">
                <a:moveTo>
                  <a:pt x="0" y="0"/>
                </a:moveTo>
                <a:lnTo>
                  <a:pt x="1868213" y="0"/>
                </a:lnTo>
                <a:lnTo>
                  <a:pt x="1868213" y="1868213"/>
                </a:lnTo>
                <a:lnTo>
                  <a:pt x="0" y="1868213"/>
                </a:lnTo>
                <a:lnTo>
                  <a:pt x="0" y="0"/>
                </a:lnTo>
                <a:close/>
              </a:path>
            </a:pathLst>
          </a:custGeom>
          <a:blipFill>
            <a:blip r:embed="rId5"/>
            <a:stretch>
              <a:fillRect/>
            </a:stretch>
          </a:blipFill>
        </p:spPr>
      </p:sp>
      <p:sp>
        <p:nvSpPr>
          <p:cNvPr id="6" name="TextBox 6"/>
          <p:cNvSpPr txBox="1"/>
          <p:nvPr/>
        </p:nvSpPr>
        <p:spPr>
          <a:xfrm>
            <a:off x="2057400" y="3981275"/>
            <a:ext cx="15490567" cy="4781950"/>
          </a:xfrm>
          <a:prstGeom prst="rect">
            <a:avLst/>
          </a:prstGeom>
        </p:spPr>
        <p:txBody>
          <a:bodyPr wrap="square" lIns="0" tIns="0" rIns="0" bIns="0" rtlCol="0" anchor="t">
            <a:spAutoFit/>
          </a:bodyPr>
          <a:lstStyle/>
          <a:p>
            <a:pPr algn="just">
              <a:lnSpc>
                <a:spcPts val="5426"/>
              </a:lnSpc>
            </a:pPr>
            <a:endParaRPr lang="en-US" dirty="0"/>
          </a:p>
          <a:p>
            <a:pPr algn="just">
              <a:lnSpc>
                <a:spcPts val="5426"/>
              </a:lnSpc>
            </a:pPr>
            <a:r>
              <a:rPr lang="en-US" sz="2997" b="1" dirty="0">
                <a:solidFill>
                  <a:srgbClr val="000000"/>
                </a:solidFill>
                <a:latin typeface="Poppins Semi-Bold"/>
                <a:ea typeface="Poppins Semi-Bold"/>
                <a:cs typeface="Poppins Semi-Bold"/>
                <a:sym typeface="Poppins Semi-Bold"/>
              </a:rPr>
              <a:t>•Problem Statement Title – AI-Powered Student Assistance </a:t>
            </a:r>
          </a:p>
          <a:p>
            <a:pPr algn="just">
              <a:lnSpc>
                <a:spcPts val="5426"/>
              </a:lnSpc>
            </a:pPr>
            <a:r>
              <a:rPr lang="en-US" sz="2997" b="1" dirty="0">
                <a:solidFill>
                  <a:srgbClr val="000000"/>
                </a:solidFill>
                <a:latin typeface="Poppins Semi-Bold"/>
                <a:ea typeface="Poppins Semi-Bold"/>
                <a:cs typeface="Poppins Semi-Bold"/>
                <a:sym typeface="Poppins Semi-Bold"/>
              </a:rPr>
              <a:t>•Theme –AI- Powered Student Assistance</a:t>
            </a:r>
          </a:p>
          <a:p>
            <a:pPr algn="just">
              <a:lnSpc>
                <a:spcPts val="5426"/>
              </a:lnSpc>
            </a:pPr>
            <a:r>
              <a:rPr lang="en-US" sz="2997" b="1" dirty="0">
                <a:solidFill>
                  <a:srgbClr val="000000"/>
                </a:solidFill>
                <a:latin typeface="Poppins Semi-Bold"/>
                <a:ea typeface="Poppins Semi-Bold"/>
                <a:cs typeface="Poppins Semi-Bold"/>
                <a:sym typeface="Poppins Semi-Bold"/>
              </a:rPr>
              <a:t>•Team ID –ASHHAC33</a:t>
            </a:r>
          </a:p>
          <a:p>
            <a:pPr algn="just">
              <a:lnSpc>
                <a:spcPts val="5426"/>
              </a:lnSpc>
            </a:pPr>
            <a:r>
              <a:rPr lang="en-US" sz="2997" b="1" dirty="0">
                <a:solidFill>
                  <a:srgbClr val="000000"/>
                </a:solidFill>
                <a:latin typeface="Poppins Semi-Bold"/>
                <a:ea typeface="Poppins Semi-Bold"/>
                <a:cs typeface="Poppins Semi-Bold"/>
                <a:sym typeface="Poppins Semi-Bold"/>
              </a:rPr>
              <a:t>•Team Name -HACKSQUAD </a:t>
            </a:r>
          </a:p>
          <a:p>
            <a:pPr algn="just">
              <a:lnSpc>
                <a:spcPts val="5426"/>
              </a:lnSpc>
            </a:pPr>
            <a:r>
              <a:rPr lang="en-US" sz="2997" b="1" dirty="0">
                <a:solidFill>
                  <a:srgbClr val="000000"/>
                </a:solidFill>
                <a:latin typeface="Poppins Semi-Bold"/>
                <a:ea typeface="Poppins Semi-Bold"/>
                <a:cs typeface="Poppins Semi-Bold"/>
                <a:sym typeface="Poppins Semi-Bold"/>
              </a:rPr>
              <a:t>•Participant Names – P. Ashok , M. Ganesh , P. Naveen kumar</a:t>
            </a:r>
          </a:p>
          <a:p>
            <a:pPr algn="just">
              <a:lnSpc>
                <a:spcPts val="5426"/>
              </a:lnSpc>
            </a:pPr>
            <a:endParaRPr lang="en-US" sz="2997" b="1" dirty="0">
              <a:solidFill>
                <a:srgbClr val="000000"/>
              </a:solidFill>
              <a:latin typeface="Poppins Semi-Bold"/>
              <a:ea typeface="Poppins Semi-Bold"/>
              <a:cs typeface="Poppins Semi-Bold"/>
              <a:sym typeface="Poppins Semi-Bold"/>
            </a:endParaRPr>
          </a:p>
        </p:txBody>
      </p:sp>
      <p:sp>
        <p:nvSpPr>
          <p:cNvPr id="7" name="Freeform 7"/>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6"/>
            <a:stretch>
              <a:fillRect b="-34214"/>
            </a:stretch>
          </a:blipFill>
        </p:spPr>
      </p:sp>
      <p:sp>
        <p:nvSpPr>
          <p:cNvPr id="8" name="TextBox 8"/>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01</a:t>
            </a:r>
          </a:p>
        </p:txBody>
      </p:sp>
      <p:sp>
        <p:nvSpPr>
          <p:cNvPr id="9" name="TextBox 9"/>
          <p:cNvSpPr txBox="1"/>
          <p:nvPr/>
        </p:nvSpPr>
        <p:spPr>
          <a:xfrm>
            <a:off x="3791970" y="1325147"/>
            <a:ext cx="9963124" cy="3818353"/>
          </a:xfrm>
          <a:prstGeom prst="rect">
            <a:avLst/>
          </a:prstGeom>
        </p:spPr>
        <p:txBody>
          <a:bodyPr wrap="square" lIns="0" tIns="0" rIns="0" bIns="0" rtlCol="0" anchor="t">
            <a:spAutoFit/>
          </a:bodyPr>
          <a:lstStyle/>
          <a:p>
            <a:pPr algn="ctr">
              <a:lnSpc>
                <a:spcPts val="7615"/>
              </a:lnSpc>
            </a:pPr>
            <a:endParaRPr dirty="0"/>
          </a:p>
          <a:p>
            <a:pPr algn="ctr">
              <a:lnSpc>
                <a:spcPts val="7615"/>
              </a:lnSpc>
              <a:spcBef>
                <a:spcPct val="0"/>
              </a:spcBef>
            </a:pPr>
            <a:r>
              <a:rPr lang="en-US" sz="5439" b="1" dirty="0">
                <a:solidFill>
                  <a:srgbClr val="0070C0"/>
                </a:solidFill>
                <a:latin typeface="Times New Roman Bold"/>
                <a:ea typeface="Times New Roman Bold"/>
                <a:cs typeface="Times New Roman Bold"/>
                <a:sym typeface="Times New Roman Bold"/>
              </a:rPr>
              <a:t>AI-Powered Student Assistance for Technical Education</a:t>
            </a:r>
          </a:p>
          <a:p>
            <a:pPr algn="ctr">
              <a:lnSpc>
                <a:spcPts val="7615"/>
              </a:lnSpc>
              <a:spcBef>
                <a:spcPct val="0"/>
              </a:spcBef>
            </a:pPr>
            <a:endParaRPr lang="en-US" sz="5439" b="1" dirty="0">
              <a:solidFill>
                <a:srgbClr val="000000"/>
              </a:solidFill>
              <a:latin typeface="Times New Roman Bold"/>
              <a:ea typeface="Times New Roman Bold"/>
              <a:cs typeface="Times New Roman Bold"/>
              <a:sym typeface="Times New Roman Bold"/>
            </a:endParaRPr>
          </a:p>
        </p:txBody>
      </p:sp>
      <p:sp>
        <p:nvSpPr>
          <p:cNvPr id="10" name="TextBox 10"/>
          <p:cNvSpPr txBox="1"/>
          <p:nvPr/>
        </p:nvSpPr>
        <p:spPr>
          <a:xfrm>
            <a:off x="3321979" y="9794298"/>
            <a:ext cx="11076454"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263359" y="330757"/>
            <a:ext cx="2708441" cy="1499103"/>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9" name="TextBox 9"/>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02</a:t>
            </a:r>
          </a:p>
        </p:txBody>
      </p:sp>
      <p:sp>
        <p:nvSpPr>
          <p:cNvPr id="10" name="TextBox 10"/>
          <p:cNvSpPr txBox="1"/>
          <p:nvPr/>
        </p:nvSpPr>
        <p:spPr>
          <a:xfrm>
            <a:off x="5356999" y="330757"/>
            <a:ext cx="6988739" cy="1869101"/>
          </a:xfrm>
          <a:prstGeom prst="rect">
            <a:avLst/>
          </a:prstGeom>
        </p:spPr>
        <p:txBody>
          <a:bodyPr lIns="0" tIns="0" rIns="0" bIns="0" rtlCol="0" anchor="t">
            <a:spAutoFit/>
          </a:bodyPr>
          <a:lstStyle/>
          <a:p>
            <a:pPr algn="ctr">
              <a:lnSpc>
                <a:spcPts val="7614"/>
              </a:lnSpc>
              <a:spcBef>
                <a:spcPct val="0"/>
              </a:spcBef>
            </a:pPr>
            <a:r>
              <a:rPr lang="en-US" sz="5438" b="1" dirty="0">
                <a:solidFill>
                  <a:srgbClr val="000000"/>
                </a:solidFill>
                <a:latin typeface="Times New Roman Bold"/>
                <a:ea typeface="Times New Roman Bold"/>
                <a:cs typeface="Times New Roman Bold"/>
                <a:sym typeface="Times New Roman Bold"/>
              </a:rPr>
              <a:t>AI-Powered Student Assistance</a:t>
            </a:r>
          </a:p>
        </p:txBody>
      </p:sp>
      <p:sp>
        <p:nvSpPr>
          <p:cNvPr id="11" name="TextBox 11"/>
          <p:cNvSpPr txBox="1"/>
          <p:nvPr/>
        </p:nvSpPr>
        <p:spPr>
          <a:xfrm>
            <a:off x="3605773" y="9794298"/>
            <a:ext cx="1049119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12" name="TextBox 12"/>
          <p:cNvSpPr txBox="1"/>
          <p:nvPr/>
        </p:nvSpPr>
        <p:spPr>
          <a:xfrm>
            <a:off x="609600" y="882423"/>
            <a:ext cx="2133599" cy="346249"/>
          </a:xfrm>
          <a:prstGeom prst="rect">
            <a:avLst/>
          </a:prstGeom>
        </p:spPr>
        <p:txBody>
          <a:bodyPr wrap="square" lIns="0" tIns="0" rIns="0" bIns="0" rtlCol="0" anchor="t">
            <a:spAutoFit/>
          </a:bodyPr>
          <a:lstStyle/>
          <a:p>
            <a:pPr algn="ctr">
              <a:lnSpc>
                <a:spcPts val="2707"/>
              </a:lnSpc>
            </a:pPr>
            <a:r>
              <a:rPr lang="en-US" sz="2400" b="1" dirty="0">
                <a:solidFill>
                  <a:srgbClr val="000000"/>
                </a:solidFill>
                <a:latin typeface="Times New Roman Bold"/>
                <a:ea typeface="Times New Roman Bold"/>
                <a:cs typeface="Times New Roman Bold"/>
                <a:sym typeface="Times New Roman Bold"/>
              </a:rPr>
              <a:t>HACKSQUAD</a:t>
            </a:r>
          </a:p>
        </p:txBody>
      </p:sp>
      <p:sp>
        <p:nvSpPr>
          <p:cNvPr id="14" name="TextBox 14"/>
          <p:cNvSpPr txBox="1"/>
          <p:nvPr/>
        </p:nvSpPr>
        <p:spPr>
          <a:xfrm>
            <a:off x="2048335" y="2933700"/>
            <a:ext cx="14237052" cy="4777655"/>
          </a:xfrm>
          <a:prstGeom prst="rect">
            <a:avLst/>
          </a:prstGeom>
        </p:spPr>
        <p:txBody>
          <a:bodyPr wrap="square" lIns="0" tIns="0" rIns="0" bIns="0" rtlCol="0" anchor="t">
            <a:spAutoFit/>
          </a:bodyPr>
          <a:lstStyle/>
          <a:p>
            <a:pPr algn="l">
              <a:lnSpc>
                <a:spcPts val="6301"/>
              </a:lnSpc>
            </a:pPr>
            <a:r>
              <a:rPr lang="en-US" sz="4000" dirty="0"/>
              <a:t>The increasing complexity of technical education (e.g., engineering, computer science, electronics) poses challenges for students in understanding concepts, finding the right resources, and staying motivated. Traditional support systems are often insufficient due to large class sizes, varied learning paces, and a lack of personalized guidance.</a:t>
            </a:r>
            <a:endParaRPr lang="en-US" sz="3865" dirty="0">
              <a:solidFill>
                <a:srgbClr val="000000"/>
              </a:solidFill>
              <a:latin typeface="Times New Roman"/>
              <a:ea typeface="Times New Roman"/>
              <a:cs typeface="Times New Roman"/>
              <a:sym typeface="Times New Roman"/>
            </a:endParaRPr>
          </a:p>
        </p:txBody>
      </p:sp>
      <mc:AlternateContent xmlns:mc="http://schemas.openxmlformats.org/markup-compatibility/2006">
        <mc:Choice xmlns:pslz="http://schemas.microsoft.com/office/powerpoint/2016/slidezoom" Requires="pslz">
          <p:graphicFrame>
            <p:nvGraphicFramePr>
              <p:cNvPr id="7" name="Slide Zoom 6">
                <a:extLst>
                  <a:ext uri="{FF2B5EF4-FFF2-40B4-BE49-F238E27FC236}">
                    <a16:creationId xmlns:a16="http://schemas.microsoft.com/office/drawing/2014/main" id="{03A799D9-CBBB-EE6C-6CD4-B17D342D7FA0}"/>
                  </a:ext>
                </a:extLst>
              </p:cNvPr>
              <p:cNvGraphicFramePr>
                <a:graphicFrameLocks noChangeAspect="1"/>
              </p:cNvGraphicFramePr>
              <p:nvPr>
                <p:extLst>
                  <p:ext uri="{D42A27DB-BD31-4B8C-83A1-F6EECF244321}">
                    <p14:modId xmlns:p14="http://schemas.microsoft.com/office/powerpoint/2010/main" val="4162175611"/>
                  </p:ext>
                </p:extLst>
              </p:nvPr>
            </p:nvGraphicFramePr>
            <p:xfrm>
              <a:off x="-6339016" y="1805171"/>
              <a:ext cx="4572000" cy="2571750"/>
            </p:xfrm>
            <a:graphic>
              <a:graphicData uri="http://schemas.microsoft.com/office/powerpoint/2016/slidezoom">
                <pslz:sldZm>
                  <pslz:sldZmObj sldId="257" cId="0">
                    <pslz:zmPr id="{6C3DF94F-936D-4187-BC36-D6E37CF34374}" returnToParent="0" transitionDur="1000">
                      <p166:blipFill xmlns:p166="http://schemas.microsoft.com/office/powerpoint/2016/6/main">
                        <a:blip r:embed="rId7"/>
                        <a:stretch>
                          <a:fillRect/>
                        </a:stretch>
                      </p166:blipFill>
                      <p166:spPr xmlns:p166="http://schemas.microsoft.com/office/powerpoint/2016/6/main">
                        <a:xfrm>
                          <a:off x="0" y="0"/>
                          <a:ext cx="4572000" cy="2571750"/>
                        </a:xfrm>
                        <a:prstGeom prst="rect">
                          <a:avLst/>
                        </a:prstGeom>
                        <a:ln w="3175">
                          <a:solidFill>
                            <a:prstClr val="ltGray"/>
                          </a:solidFill>
                        </a:ln>
                      </p166:spPr>
                    </pslz:zmPr>
                  </pslz:sldZmObj>
                </pslz:sldZm>
              </a:graphicData>
            </a:graphic>
          </p:graphicFrame>
        </mc:Choice>
        <mc:Fallback>
          <p:pic>
            <p:nvPicPr>
              <p:cNvPr id="7" name="Slide Zoom 6">
                <a:extLst>
                  <a:ext uri="{FF2B5EF4-FFF2-40B4-BE49-F238E27FC236}">
                    <a16:creationId xmlns:a16="http://schemas.microsoft.com/office/drawing/2014/main" id="{03A799D9-CBBB-EE6C-6CD4-B17D342D7FA0}"/>
                  </a:ext>
                </a:extLst>
              </p:cNvPr>
              <p:cNvPicPr>
                <a:picLocks noGrp="1" noRot="1" noChangeAspect="1" noMove="1" noResize="1" noEditPoints="1" noAdjustHandles="1" noChangeArrowheads="1" noChangeShapeType="1"/>
              </p:cNvPicPr>
              <p:nvPr/>
            </p:nvPicPr>
            <p:blipFill>
              <a:blip r:embed="rId7"/>
              <a:stretch>
                <a:fillRect/>
              </a:stretch>
            </p:blipFill>
            <p:spPr>
              <a:xfrm>
                <a:off x="-6339016" y="1805171"/>
                <a:ext cx="4572000" cy="2571750"/>
              </a:xfrm>
              <a:prstGeom prst="rect">
                <a:avLst/>
              </a:prstGeom>
              <a:ln w="3175">
                <a:solidFill>
                  <a:prstClr val="ltGray"/>
                </a:solidFill>
              </a:ln>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578499" y="674602"/>
            <a:ext cx="2469501" cy="1497098"/>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03</a:t>
            </a:r>
          </a:p>
        </p:txBody>
      </p:sp>
      <p:sp>
        <p:nvSpPr>
          <p:cNvPr id="7" name="TextBox 7"/>
          <p:cNvSpPr txBox="1"/>
          <p:nvPr/>
        </p:nvSpPr>
        <p:spPr>
          <a:xfrm>
            <a:off x="4721124" y="640956"/>
            <a:ext cx="9226960" cy="1071994"/>
          </a:xfrm>
          <a:prstGeom prst="rect">
            <a:avLst/>
          </a:prstGeom>
        </p:spPr>
        <p:txBody>
          <a:bodyPr lIns="0" tIns="0" rIns="0" bIns="0" rtlCol="0" anchor="t">
            <a:spAutoFit/>
          </a:bodyPr>
          <a:lstStyle/>
          <a:p>
            <a:pPr algn="ctr">
              <a:lnSpc>
                <a:spcPts val="7919"/>
              </a:lnSpc>
              <a:spcBef>
                <a:spcPct val="0"/>
              </a:spcBef>
            </a:pPr>
            <a:r>
              <a:rPr lang="en-US" sz="5656" b="1">
                <a:solidFill>
                  <a:srgbClr val="000000"/>
                </a:solidFill>
                <a:latin typeface="Times New Roman Bold"/>
                <a:ea typeface="Times New Roman Bold"/>
                <a:cs typeface="Times New Roman Bold"/>
                <a:sym typeface="Times New Roman Bold"/>
              </a:rPr>
              <a:t>TECHNICAL APPROACH</a:t>
            </a:r>
          </a:p>
        </p:txBody>
      </p:sp>
      <p:sp>
        <p:nvSpPr>
          <p:cNvPr id="8" name="TextBox 8"/>
          <p:cNvSpPr txBox="1"/>
          <p:nvPr/>
        </p:nvSpPr>
        <p:spPr>
          <a:xfrm>
            <a:off x="3164261" y="9794298"/>
            <a:ext cx="10783824"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26636" y="1202763"/>
            <a:ext cx="1864164" cy="317779"/>
          </a:xfrm>
          <a:prstGeom prst="rect">
            <a:avLst/>
          </a:prstGeom>
        </p:spPr>
        <p:txBody>
          <a:bodyPr wrap="square"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HACKSQUAD</a:t>
            </a:r>
          </a:p>
        </p:txBody>
      </p:sp>
      <p:sp>
        <p:nvSpPr>
          <p:cNvPr id="10" name="TextBox 10"/>
          <p:cNvSpPr txBox="1"/>
          <p:nvPr/>
        </p:nvSpPr>
        <p:spPr>
          <a:xfrm>
            <a:off x="1028700" y="3628287"/>
            <a:ext cx="17133472" cy="4761688"/>
          </a:xfrm>
          <a:prstGeom prst="rect">
            <a:avLst/>
          </a:prstGeom>
        </p:spPr>
        <p:txBody>
          <a:bodyPr lIns="0" tIns="0" rIns="0" bIns="0" rtlCol="0" anchor="t">
            <a:spAutoFit/>
          </a:bodyPr>
          <a:lstStyle/>
          <a:p>
            <a:pPr algn="l">
              <a:lnSpc>
                <a:spcPts val="6301"/>
              </a:lnSpc>
            </a:pPr>
            <a:r>
              <a:rPr lang="en-US" sz="3865" dirty="0">
                <a:solidFill>
                  <a:srgbClr val="000000"/>
                </a:solidFill>
                <a:latin typeface="Times New Roman"/>
                <a:ea typeface="Times New Roman"/>
                <a:cs typeface="Times New Roman"/>
                <a:sym typeface="Times New Roman"/>
              </a:rPr>
              <a:t>●Programming Languages: HTML,JAVASCRIPT,PYTHON</a:t>
            </a:r>
          </a:p>
          <a:p>
            <a:pPr algn="l">
              <a:lnSpc>
                <a:spcPts val="6301"/>
              </a:lnSpc>
            </a:pPr>
            <a:r>
              <a:rPr lang="en-US" sz="3865" dirty="0">
                <a:solidFill>
                  <a:srgbClr val="000000"/>
                </a:solidFill>
                <a:latin typeface="Times New Roman"/>
                <a:ea typeface="Times New Roman"/>
                <a:cs typeface="Times New Roman"/>
                <a:sym typeface="Times New Roman"/>
              </a:rPr>
              <a:t>●Hardware: 512GB RAM,8 ROM</a:t>
            </a:r>
          </a:p>
          <a:p>
            <a:pPr algn="l">
              <a:lnSpc>
                <a:spcPts val="6301"/>
              </a:lnSpc>
            </a:pPr>
            <a:r>
              <a:rPr lang="en-US" sz="3865" dirty="0">
                <a:solidFill>
                  <a:srgbClr val="000000"/>
                </a:solidFill>
                <a:latin typeface="Times New Roman"/>
                <a:ea typeface="Times New Roman"/>
                <a:cs typeface="Times New Roman"/>
                <a:sym typeface="Times New Roman"/>
              </a:rPr>
              <a:t>●Server: FLASK Server</a:t>
            </a:r>
          </a:p>
          <a:p>
            <a:pPr algn="l">
              <a:lnSpc>
                <a:spcPts val="6301"/>
              </a:lnSpc>
            </a:pPr>
            <a:endParaRPr lang="en-US" sz="3865" dirty="0">
              <a:solidFill>
                <a:srgbClr val="000000"/>
              </a:solidFill>
              <a:latin typeface="Times New Roman"/>
              <a:ea typeface="Times New Roman"/>
              <a:cs typeface="Times New Roman"/>
              <a:sym typeface="Times New Roman"/>
            </a:endParaRPr>
          </a:p>
          <a:p>
            <a:pPr algn="l">
              <a:lnSpc>
                <a:spcPts val="6301"/>
              </a:lnSpc>
            </a:pPr>
            <a:endParaRPr lang="en-US" sz="3865" dirty="0">
              <a:solidFill>
                <a:srgbClr val="000000"/>
              </a:solidFill>
              <a:latin typeface="Times New Roman"/>
              <a:ea typeface="Times New Roman"/>
              <a:cs typeface="Times New Roman"/>
              <a:sym typeface="Times New Roman"/>
            </a:endParaRPr>
          </a:p>
          <a:p>
            <a:pPr algn="l">
              <a:lnSpc>
                <a:spcPts val="6301"/>
              </a:lnSpc>
            </a:pPr>
            <a:endParaRPr lang="en-US" sz="3865" dirty="0">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135742"/>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dirty="0"/>
          </a:p>
        </p:txBody>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263359" y="342900"/>
            <a:ext cx="2632241" cy="1676400"/>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04</a:t>
            </a:r>
          </a:p>
        </p:txBody>
      </p:sp>
      <p:sp>
        <p:nvSpPr>
          <p:cNvPr id="7" name="TextBox 7"/>
          <p:cNvSpPr txBox="1"/>
          <p:nvPr/>
        </p:nvSpPr>
        <p:spPr>
          <a:xfrm>
            <a:off x="3876856" y="455527"/>
            <a:ext cx="10590345" cy="1039155"/>
          </a:xfrm>
          <a:prstGeom prst="rect">
            <a:avLst/>
          </a:prstGeom>
        </p:spPr>
        <p:txBody>
          <a:bodyPr lIns="0" tIns="0" rIns="0" bIns="0" rtlCol="0" anchor="t">
            <a:spAutoFit/>
          </a:bodyPr>
          <a:lstStyle/>
          <a:p>
            <a:pPr algn="ctr">
              <a:lnSpc>
                <a:spcPts val="7614"/>
              </a:lnSpc>
              <a:spcBef>
                <a:spcPct val="0"/>
              </a:spcBef>
            </a:pPr>
            <a:r>
              <a:rPr lang="en-US" sz="5438" b="1" dirty="0">
                <a:solidFill>
                  <a:srgbClr val="000000"/>
                </a:solidFill>
                <a:latin typeface="Times New Roman Bold"/>
                <a:ea typeface="Times New Roman Bold"/>
                <a:cs typeface="Times New Roman Bold"/>
                <a:sym typeface="Times New Roman Bold"/>
              </a:rPr>
              <a:t>FEASIBILITY AND VIABILITY</a:t>
            </a:r>
          </a:p>
        </p:txBody>
      </p:sp>
      <p:sp>
        <p:nvSpPr>
          <p:cNvPr id="8" name="TextBox 8"/>
          <p:cNvSpPr txBox="1"/>
          <p:nvPr/>
        </p:nvSpPr>
        <p:spPr>
          <a:xfrm>
            <a:off x="3348719" y="9794298"/>
            <a:ext cx="1060374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61171" y="1098410"/>
            <a:ext cx="1865216" cy="317779"/>
          </a:xfrm>
          <a:prstGeom prst="rect">
            <a:avLst/>
          </a:prstGeom>
        </p:spPr>
        <p:txBody>
          <a:bodyPr wrap="square"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HACKSQUAD</a:t>
            </a:r>
          </a:p>
        </p:txBody>
      </p:sp>
      <p:sp>
        <p:nvSpPr>
          <p:cNvPr id="10" name="TextBox 10"/>
          <p:cNvSpPr txBox="1"/>
          <p:nvPr/>
        </p:nvSpPr>
        <p:spPr>
          <a:xfrm>
            <a:off x="2895600" y="3000159"/>
            <a:ext cx="14097000" cy="3692036"/>
          </a:xfrm>
          <a:prstGeom prst="rect">
            <a:avLst/>
          </a:prstGeom>
        </p:spPr>
        <p:txBody>
          <a:bodyPr wrap="square" lIns="0" tIns="0" rIns="0" bIns="0" rtlCol="0" anchor="t">
            <a:spAutoFit/>
          </a:bodyPr>
          <a:lstStyle/>
          <a:p>
            <a:pPr algn="l">
              <a:lnSpc>
                <a:spcPts val="7411"/>
              </a:lnSpc>
            </a:pPr>
            <a:r>
              <a:rPr lang="en-US" sz="4437" dirty="0">
                <a:solidFill>
                  <a:srgbClr val="000000"/>
                </a:solidFill>
                <a:latin typeface="Times New Roman"/>
                <a:ea typeface="Times New Roman"/>
                <a:cs typeface="Times New Roman"/>
                <a:sym typeface="Times New Roman"/>
              </a:rPr>
              <a:t>•</a:t>
            </a:r>
            <a:r>
              <a:rPr lang="en-US" sz="2800" dirty="0"/>
              <a:t>The project is </a:t>
            </a:r>
            <a:r>
              <a:rPr lang="en-US" sz="2800" b="1" dirty="0"/>
              <a:t>feasible and viable</a:t>
            </a:r>
            <a:r>
              <a:rPr lang="en-US" sz="2800" dirty="0"/>
              <a:t> across all key dimensions—</a:t>
            </a:r>
            <a:r>
              <a:rPr lang="en-US" sz="2800" b="1" dirty="0"/>
              <a:t>technical</a:t>
            </a:r>
            <a:r>
              <a:rPr lang="en-US" sz="2800" dirty="0"/>
              <a:t>, </a:t>
            </a:r>
            <a:r>
              <a:rPr lang="en-US" sz="2800" b="1" dirty="0"/>
              <a:t>operational</a:t>
            </a:r>
            <a:r>
              <a:rPr lang="en-US" sz="2800" dirty="0"/>
              <a:t>, </a:t>
            </a:r>
            <a:r>
              <a:rPr lang="en-US" sz="2800" b="1" dirty="0"/>
              <a:t>economic</a:t>
            </a:r>
            <a:r>
              <a:rPr lang="en-US" sz="2800" dirty="0"/>
              <a:t>, </a:t>
            </a:r>
            <a:r>
              <a:rPr lang="en-US" sz="2800" b="1" dirty="0"/>
              <a:t>legal</a:t>
            </a:r>
            <a:r>
              <a:rPr lang="en-US" sz="2800" dirty="0"/>
              <a:t>, and </a:t>
            </a:r>
            <a:r>
              <a:rPr lang="en-US" sz="2800" b="1" dirty="0"/>
              <a:t>market</a:t>
            </a:r>
            <a:r>
              <a:rPr lang="en-US" sz="2800" dirty="0"/>
              <a:t>. </a:t>
            </a:r>
          </a:p>
          <a:p>
            <a:pPr algn="l">
              <a:lnSpc>
                <a:spcPts val="7411"/>
              </a:lnSpc>
            </a:pPr>
            <a:r>
              <a:rPr lang="en-US" sz="2800" dirty="0">
                <a:solidFill>
                  <a:srgbClr val="000000"/>
                </a:solidFill>
                <a:latin typeface="Times New Roman"/>
                <a:ea typeface="Times New Roman"/>
                <a:cs typeface="Times New Roman"/>
                <a:sym typeface="Times New Roman"/>
              </a:rPr>
              <a:t>•</a:t>
            </a:r>
            <a:r>
              <a:rPr lang="en-US" sz="2800" b="1" dirty="0">
                <a:solidFill>
                  <a:srgbClr val="000000"/>
                </a:solidFill>
                <a:latin typeface="Times New Roman"/>
                <a:ea typeface="Times New Roman"/>
                <a:cs typeface="Times New Roman"/>
                <a:sym typeface="Times New Roman"/>
              </a:rPr>
              <a:t>CHALLENGES</a:t>
            </a:r>
            <a:r>
              <a:rPr lang="en-US" sz="2800" dirty="0">
                <a:solidFill>
                  <a:srgbClr val="000000"/>
                </a:solidFill>
                <a:latin typeface="Times New Roman"/>
                <a:ea typeface="Times New Roman"/>
                <a:cs typeface="Times New Roman"/>
                <a:sym typeface="Times New Roman"/>
              </a:rPr>
              <a:t>:</a:t>
            </a:r>
            <a:r>
              <a:rPr lang="en-IN" sz="2800" dirty="0"/>
              <a:t>Accuracy of AI Responses, Integration with Existing Systems</a:t>
            </a:r>
            <a:endParaRPr lang="en-US" sz="2800" dirty="0">
              <a:solidFill>
                <a:srgbClr val="000000"/>
              </a:solidFill>
              <a:latin typeface="Times New Roman"/>
              <a:ea typeface="Times New Roman"/>
              <a:cs typeface="Times New Roman"/>
              <a:sym typeface="Times New Roman"/>
            </a:endParaRPr>
          </a:p>
          <a:p>
            <a:pPr algn="l">
              <a:lnSpc>
                <a:spcPts val="7411"/>
              </a:lnSpc>
            </a:pPr>
            <a:r>
              <a:rPr lang="en-US" sz="4437" dirty="0">
                <a:solidFill>
                  <a:srgbClr val="000000"/>
                </a:solidFill>
                <a:latin typeface="Times New Roman"/>
                <a:ea typeface="Times New Roman"/>
                <a:cs typeface="Times New Roman"/>
                <a:sym typeface="Times New Roman"/>
              </a:rPr>
              <a:t>•</a:t>
            </a:r>
            <a:r>
              <a:rPr lang="en-US" sz="2800" b="1" dirty="0">
                <a:solidFill>
                  <a:srgbClr val="000000"/>
                </a:solidFill>
                <a:latin typeface="Times New Roman"/>
                <a:ea typeface="Times New Roman"/>
                <a:cs typeface="Times New Roman"/>
                <a:sym typeface="Times New Roman"/>
              </a:rPr>
              <a:t>STRATEGIES:</a:t>
            </a:r>
            <a:r>
              <a:rPr lang="en-US" sz="2800" dirty="0"/>
              <a:t> Improving Accuracy of AI Responses,</a:t>
            </a:r>
            <a:r>
              <a:rPr lang="en-IN" sz="2800" b="1" dirty="0"/>
              <a:t> </a:t>
            </a:r>
            <a:r>
              <a:rPr lang="en-IN" sz="2800" dirty="0"/>
              <a:t>Simplifying Integration with FLASK server</a:t>
            </a:r>
            <a:endParaRPr lang="en-US" sz="28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966" y="-20894"/>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263359" y="342900"/>
            <a:ext cx="2632241" cy="1486960"/>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05</a:t>
            </a:r>
          </a:p>
        </p:txBody>
      </p:sp>
      <p:sp>
        <p:nvSpPr>
          <p:cNvPr id="7" name="TextBox 7"/>
          <p:cNvSpPr txBox="1"/>
          <p:nvPr/>
        </p:nvSpPr>
        <p:spPr>
          <a:xfrm>
            <a:off x="4624650" y="565676"/>
            <a:ext cx="8879582" cy="1039155"/>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IMPACT AND BENEFITS</a:t>
            </a:r>
          </a:p>
        </p:txBody>
      </p:sp>
      <p:sp>
        <p:nvSpPr>
          <p:cNvPr id="8" name="TextBox 8"/>
          <p:cNvSpPr txBox="1"/>
          <p:nvPr/>
        </p:nvSpPr>
        <p:spPr>
          <a:xfrm>
            <a:off x="3663860" y="9794298"/>
            <a:ext cx="1017605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2" y="882423"/>
            <a:ext cx="1720928" cy="317779"/>
          </a:xfrm>
          <a:prstGeom prst="rect">
            <a:avLst/>
          </a:prstGeom>
        </p:spPr>
        <p:txBody>
          <a:bodyPr wrap="square"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HACKSQUAD</a:t>
            </a:r>
          </a:p>
        </p:txBody>
      </p:sp>
      <p:sp>
        <p:nvSpPr>
          <p:cNvPr id="10" name="TextBox 10"/>
          <p:cNvSpPr txBox="1"/>
          <p:nvPr/>
        </p:nvSpPr>
        <p:spPr>
          <a:xfrm>
            <a:off x="2067837" y="4146345"/>
            <a:ext cx="13993208" cy="2495107"/>
          </a:xfrm>
          <a:prstGeom prst="rect">
            <a:avLst/>
          </a:prstGeom>
        </p:spPr>
        <p:txBody>
          <a:bodyPr lIns="0" tIns="0" rIns="0" bIns="0" rtlCol="0" anchor="t">
            <a:spAutoFit/>
          </a:bodyPr>
          <a:lstStyle/>
          <a:p>
            <a:pPr algn="l">
              <a:lnSpc>
                <a:spcPts val="6713"/>
              </a:lnSpc>
            </a:pPr>
            <a:r>
              <a:rPr lang="en-US" sz="4118" dirty="0">
                <a:solidFill>
                  <a:srgbClr val="000000"/>
                </a:solidFill>
                <a:latin typeface="Times New Roman"/>
                <a:ea typeface="Times New Roman"/>
                <a:cs typeface="Times New Roman"/>
                <a:sym typeface="Times New Roman"/>
              </a:rPr>
              <a:t>•</a:t>
            </a:r>
            <a:r>
              <a:rPr lang="en-IN" sz="4400" dirty="0"/>
              <a:t> Academic Impact</a:t>
            </a:r>
          </a:p>
          <a:p>
            <a:pPr algn="l">
              <a:lnSpc>
                <a:spcPts val="6713"/>
              </a:lnSpc>
            </a:pPr>
            <a:r>
              <a:rPr lang="en-IN" sz="2400" dirty="0">
                <a:solidFill>
                  <a:srgbClr val="000000"/>
                </a:solidFill>
                <a:latin typeface="Times New Roman"/>
                <a:ea typeface="Times New Roman"/>
                <a:cs typeface="Times New Roman"/>
                <a:sym typeface="Times New Roman"/>
              </a:rPr>
              <a:t>●</a:t>
            </a:r>
            <a:r>
              <a:rPr lang="en-IN" sz="2400" dirty="0"/>
              <a:t> </a:t>
            </a:r>
            <a:r>
              <a:rPr lang="en-IN" sz="4400" dirty="0"/>
              <a:t>Institutional Benefits</a:t>
            </a:r>
          </a:p>
          <a:p>
            <a:pPr algn="l">
              <a:lnSpc>
                <a:spcPts val="6713"/>
              </a:lnSpc>
            </a:pPr>
            <a:r>
              <a:rPr lang="en-IN" sz="2400" dirty="0">
                <a:solidFill>
                  <a:srgbClr val="000000"/>
                </a:solidFill>
                <a:latin typeface="Times New Roman"/>
                <a:ea typeface="Times New Roman"/>
                <a:cs typeface="Times New Roman"/>
                <a:sym typeface="Times New Roman"/>
              </a:rPr>
              <a:t>●</a:t>
            </a:r>
            <a:r>
              <a:rPr lang="en-IN" sz="2400" dirty="0"/>
              <a:t> </a:t>
            </a:r>
            <a:r>
              <a:rPr lang="en-IN" sz="4400" dirty="0"/>
              <a:t>Student-Centric Benefits</a:t>
            </a:r>
            <a:endParaRPr lang="en-US" sz="44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834" y="-14287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263359" y="342900"/>
            <a:ext cx="3089441" cy="1486960"/>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06</a:t>
            </a:r>
          </a:p>
        </p:txBody>
      </p:sp>
      <p:sp>
        <p:nvSpPr>
          <p:cNvPr id="7" name="TextBox 7"/>
          <p:cNvSpPr txBox="1"/>
          <p:nvPr/>
        </p:nvSpPr>
        <p:spPr>
          <a:xfrm>
            <a:off x="3482112" y="455527"/>
            <a:ext cx="11323776" cy="1039155"/>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RESEARCH AND REFERENCES</a:t>
            </a:r>
          </a:p>
        </p:txBody>
      </p:sp>
      <p:sp>
        <p:nvSpPr>
          <p:cNvPr id="8" name="TextBox 8"/>
          <p:cNvSpPr txBox="1"/>
          <p:nvPr/>
        </p:nvSpPr>
        <p:spPr>
          <a:xfrm>
            <a:off x="3795994" y="9794298"/>
            <a:ext cx="1037864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898053" y="1002855"/>
            <a:ext cx="1758855" cy="317779"/>
          </a:xfrm>
          <a:prstGeom prst="rect">
            <a:avLst/>
          </a:prstGeom>
        </p:spPr>
        <p:txBody>
          <a:bodyPr wrap="square" lIns="0" tIns="0" rIns="0" bIns="0" rtlCol="0" anchor="t">
            <a:spAutoFit/>
          </a:bodyPr>
          <a:lstStyle/>
          <a:p>
            <a:pPr algn="ctr">
              <a:lnSpc>
                <a:spcPts val="2707"/>
              </a:lnSpc>
            </a:pPr>
            <a:r>
              <a:rPr lang="en-US" sz="1933" b="1" dirty="0">
                <a:solidFill>
                  <a:srgbClr val="000000"/>
                </a:solidFill>
                <a:latin typeface="Times New Roman Bold"/>
                <a:ea typeface="Times New Roman Bold"/>
                <a:cs typeface="Times New Roman Bold"/>
                <a:sym typeface="Times New Roman Bold"/>
              </a:rPr>
              <a:t>HACKSQUAD</a:t>
            </a:r>
          </a:p>
        </p:txBody>
      </p:sp>
      <p:sp>
        <p:nvSpPr>
          <p:cNvPr id="10" name="TextBox 10"/>
          <p:cNvSpPr txBox="1"/>
          <p:nvPr/>
        </p:nvSpPr>
        <p:spPr>
          <a:xfrm>
            <a:off x="2580638" y="4504136"/>
            <a:ext cx="12809355" cy="1845826"/>
          </a:xfrm>
          <a:prstGeom prst="rect">
            <a:avLst/>
          </a:prstGeom>
        </p:spPr>
        <p:txBody>
          <a:bodyPr lIns="0" tIns="0" rIns="0" bIns="0" rtlCol="0" anchor="t">
            <a:spAutoFit/>
          </a:bodyPr>
          <a:lstStyle/>
          <a:p>
            <a:pPr algn="l">
              <a:lnSpc>
                <a:spcPts val="7605"/>
              </a:lnSpc>
            </a:pPr>
            <a:r>
              <a:rPr lang="en-US" sz="4665" dirty="0">
                <a:solidFill>
                  <a:srgbClr val="000000"/>
                </a:solidFill>
                <a:latin typeface="Times New Roman"/>
                <a:ea typeface="Times New Roman"/>
                <a:cs typeface="Times New Roman"/>
                <a:sym typeface="Times New Roman"/>
              </a:rPr>
              <a:t>•</a:t>
            </a:r>
            <a:r>
              <a:rPr lang="en-IN" sz="4800" dirty="0"/>
              <a:t> Academic and Industry Research</a:t>
            </a:r>
          </a:p>
          <a:p>
            <a:pPr algn="l">
              <a:lnSpc>
                <a:spcPts val="7605"/>
              </a:lnSpc>
            </a:pPr>
            <a:r>
              <a:rPr lang="en-IN" sz="2400" dirty="0">
                <a:solidFill>
                  <a:srgbClr val="000000"/>
                </a:solidFill>
                <a:latin typeface="Times New Roman"/>
                <a:ea typeface="Times New Roman"/>
                <a:cs typeface="Times New Roman"/>
                <a:sym typeface="Times New Roman"/>
              </a:rPr>
              <a:t>●</a:t>
            </a:r>
            <a:r>
              <a:rPr lang="en-IN" sz="2400" dirty="0"/>
              <a:t> </a:t>
            </a:r>
            <a:r>
              <a:rPr lang="en-IN" sz="4400" dirty="0"/>
              <a:t>Technologies &amp; Platforms Referenced</a:t>
            </a:r>
            <a:endParaRPr lang="en-US" sz="4400" dirty="0">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22861"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393641" y="248209"/>
            <a:ext cx="2882959" cy="1999691"/>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07</a:t>
            </a:r>
          </a:p>
        </p:txBody>
      </p:sp>
      <p:sp>
        <p:nvSpPr>
          <p:cNvPr id="7" name="TextBox 7"/>
          <p:cNvSpPr txBox="1"/>
          <p:nvPr/>
        </p:nvSpPr>
        <p:spPr>
          <a:xfrm>
            <a:off x="4383474" y="841771"/>
            <a:ext cx="9937554" cy="1042951"/>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FUTURE ENHANCEMENTS</a:t>
            </a:r>
          </a:p>
        </p:txBody>
      </p:sp>
      <p:sp>
        <p:nvSpPr>
          <p:cNvPr id="8" name="TextBox 8"/>
          <p:cNvSpPr txBox="1"/>
          <p:nvPr/>
        </p:nvSpPr>
        <p:spPr>
          <a:xfrm>
            <a:off x="3596330" y="9794298"/>
            <a:ext cx="10206967"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793672" y="882423"/>
            <a:ext cx="1999847" cy="346249"/>
          </a:xfrm>
          <a:prstGeom prst="rect">
            <a:avLst/>
          </a:prstGeom>
        </p:spPr>
        <p:txBody>
          <a:bodyPr wrap="square" lIns="0" tIns="0" rIns="0" bIns="0" rtlCol="0" anchor="t">
            <a:spAutoFit/>
          </a:bodyPr>
          <a:lstStyle/>
          <a:p>
            <a:pPr algn="ctr">
              <a:lnSpc>
                <a:spcPts val="2707"/>
              </a:lnSpc>
            </a:pPr>
            <a:r>
              <a:rPr lang="en-US" sz="2400" b="1" dirty="0">
                <a:solidFill>
                  <a:srgbClr val="000000"/>
                </a:solidFill>
                <a:latin typeface="Times New Roman Bold"/>
                <a:ea typeface="Times New Roman Bold"/>
                <a:cs typeface="Times New Roman Bold"/>
                <a:sym typeface="Times New Roman Bold"/>
              </a:rPr>
              <a:t>HACKSQUAD</a:t>
            </a:r>
          </a:p>
        </p:txBody>
      </p:sp>
      <p:sp>
        <p:nvSpPr>
          <p:cNvPr id="10" name="TextBox 10"/>
          <p:cNvSpPr txBox="1"/>
          <p:nvPr/>
        </p:nvSpPr>
        <p:spPr>
          <a:xfrm>
            <a:off x="826461" y="4198478"/>
            <a:ext cx="16680801" cy="1581651"/>
          </a:xfrm>
          <a:prstGeom prst="rect">
            <a:avLst/>
          </a:prstGeom>
        </p:spPr>
        <p:txBody>
          <a:bodyPr lIns="0" tIns="0" rIns="0" bIns="0" rtlCol="0" anchor="t">
            <a:spAutoFit/>
          </a:bodyPr>
          <a:lstStyle/>
          <a:p>
            <a:pPr algn="l">
              <a:lnSpc>
                <a:spcPts val="6413"/>
              </a:lnSpc>
            </a:pPr>
            <a:r>
              <a:rPr lang="en-US" sz="2400" dirty="0">
                <a:solidFill>
                  <a:srgbClr val="000000"/>
                </a:solidFill>
                <a:latin typeface="Times New Roman"/>
                <a:ea typeface="Times New Roman"/>
                <a:cs typeface="Times New Roman"/>
                <a:sym typeface="Times New Roman"/>
              </a:rPr>
              <a:t>●</a:t>
            </a:r>
            <a:r>
              <a:rPr lang="en-IN" sz="2400" b="1" dirty="0"/>
              <a:t> </a:t>
            </a:r>
            <a:r>
              <a:rPr lang="en-IN" sz="4400" b="1" dirty="0"/>
              <a:t>Voice-Enabled and Multilingual Support</a:t>
            </a:r>
          </a:p>
          <a:p>
            <a:pPr algn="l">
              <a:lnSpc>
                <a:spcPts val="6413"/>
              </a:lnSpc>
            </a:pPr>
            <a:r>
              <a:rPr lang="en-IN" sz="2400" b="1" dirty="0">
                <a:solidFill>
                  <a:srgbClr val="000000"/>
                </a:solidFill>
                <a:latin typeface="Times New Roman"/>
                <a:ea typeface="Times New Roman"/>
                <a:cs typeface="Times New Roman"/>
                <a:sym typeface="Times New Roman"/>
              </a:rPr>
              <a:t>●</a:t>
            </a:r>
            <a:r>
              <a:rPr lang="en-US" sz="2400" dirty="0"/>
              <a:t> </a:t>
            </a:r>
            <a:r>
              <a:rPr lang="en-US" sz="4400" b="1" dirty="0"/>
              <a:t>Offline Mode and Low-Bandwidth Optimization</a:t>
            </a:r>
            <a:endParaRPr lang="en-US" sz="4400" b="1" dirty="0">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49" y="-461976"/>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sp>
      <p:sp>
        <p:nvSpPr>
          <p:cNvPr id="3" name="Freeform 3"/>
          <p:cNvSpPr/>
          <p:nvPr/>
        </p:nvSpPr>
        <p:spPr>
          <a:xfrm>
            <a:off x="15910982" y="463512"/>
            <a:ext cx="2113659" cy="1009272"/>
          </a:xfrm>
          <a:custGeom>
            <a:avLst/>
            <a:gdLst/>
            <a:ahLst/>
            <a:cxnLst/>
            <a:rect l="l" t="t" r="r" b="b"/>
            <a:pathLst>
              <a:path w="2113659" h="1009272">
                <a:moveTo>
                  <a:pt x="0" y="0"/>
                </a:moveTo>
                <a:lnTo>
                  <a:pt x="2113659" y="0"/>
                </a:lnTo>
                <a:lnTo>
                  <a:pt x="2113659" y="1009272"/>
                </a:lnTo>
                <a:lnTo>
                  <a:pt x="0" y="1009272"/>
                </a:lnTo>
                <a:lnTo>
                  <a:pt x="0" y="0"/>
                </a:lnTo>
                <a:close/>
              </a:path>
            </a:pathLst>
          </a:custGeom>
          <a:blipFill>
            <a:blip r:embed="rId3"/>
            <a:stretch>
              <a:fillRect/>
            </a:stretch>
          </a:blipFill>
        </p:spPr>
      </p:sp>
      <p:sp>
        <p:nvSpPr>
          <p:cNvPr id="4" name="Freeform 4"/>
          <p:cNvSpPr/>
          <p:nvPr/>
        </p:nvSpPr>
        <p:spPr>
          <a:xfrm>
            <a:off x="45723" y="9692353"/>
            <a:ext cx="18242277" cy="594647"/>
          </a:xfrm>
          <a:custGeom>
            <a:avLst/>
            <a:gdLst/>
            <a:ahLst/>
            <a:cxnLst/>
            <a:rect l="l" t="t" r="r" b="b"/>
            <a:pathLst>
              <a:path w="18242277" h="594647">
                <a:moveTo>
                  <a:pt x="0" y="0"/>
                </a:moveTo>
                <a:lnTo>
                  <a:pt x="18242277" y="0"/>
                </a:lnTo>
                <a:lnTo>
                  <a:pt x="18242277" y="594647"/>
                </a:lnTo>
                <a:lnTo>
                  <a:pt x="0" y="594647"/>
                </a:lnTo>
                <a:lnTo>
                  <a:pt x="0" y="0"/>
                </a:lnTo>
                <a:close/>
              </a:path>
            </a:pathLst>
          </a:custGeom>
          <a:blipFill>
            <a:blip r:embed="rId4"/>
            <a:stretch>
              <a:fillRect b="-34214"/>
            </a:stretch>
          </a:blipFill>
        </p:spPr>
      </p:sp>
      <p:sp>
        <p:nvSpPr>
          <p:cNvPr id="5" name="Freeform 5"/>
          <p:cNvSpPr/>
          <p:nvPr/>
        </p:nvSpPr>
        <p:spPr>
          <a:xfrm>
            <a:off x="0" y="209602"/>
            <a:ext cx="2937041" cy="1981200"/>
          </a:xfrm>
          <a:custGeom>
            <a:avLst/>
            <a:gdLst/>
            <a:ahLst/>
            <a:cxnLst/>
            <a:rect l="l" t="t" r="r" b="b"/>
            <a:pathLst>
              <a:path w="1854575" h="1155258">
                <a:moveTo>
                  <a:pt x="0" y="0"/>
                </a:moveTo>
                <a:lnTo>
                  <a:pt x="1854575" y="0"/>
                </a:lnTo>
                <a:lnTo>
                  <a:pt x="1854575" y="1155258"/>
                </a:lnTo>
                <a:lnTo>
                  <a:pt x="0" y="1155258"/>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sp>
      <p:sp>
        <p:nvSpPr>
          <p:cNvPr id="6" name="TextBox 6"/>
          <p:cNvSpPr txBox="1"/>
          <p:nvPr/>
        </p:nvSpPr>
        <p:spPr>
          <a:xfrm>
            <a:off x="16666900" y="9794298"/>
            <a:ext cx="1621100" cy="333608"/>
          </a:xfrm>
          <a:prstGeom prst="rect">
            <a:avLst/>
          </a:prstGeom>
        </p:spPr>
        <p:txBody>
          <a:bodyPr lIns="0" tIns="0" rIns="0" bIns="0" rtlCol="0" anchor="t">
            <a:spAutoFit/>
          </a:bodyPr>
          <a:lstStyle/>
          <a:p>
            <a:pPr algn="l">
              <a:lnSpc>
                <a:spcPts val="2612"/>
              </a:lnSpc>
            </a:pPr>
            <a:r>
              <a:rPr lang="en-US" sz="1865" b="1">
                <a:solidFill>
                  <a:srgbClr val="F4E9EC"/>
                </a:solidFill>
                <a:latin typeface="Poppins Semi-Bold"/>
                <a:ea typeface="Poppins Semi-Bold"/>
                <a:cs typeface="Poppins Semi-Bold"/>
                <a:sym typeface="Poppins Semi-Bold"/>
              </a:rPr>
              <a:t>Page 09</a:t>
            </a:r>
          </a:p>
        </p:txBody>
      </p:sp>
      <p:sp>
        <p:nvSpPr>
          <p:cNvPr id="7" name="TextBox 7"/>
          <p:cNvSpPr txBox="1"/>
          <p:nvPr/>
        </p:nvSpPr>
        <p:spPr>
          <a:xfrm>
            <a:off x="4119602" y="841771"/>
            <a:ext cx="10266947" cy="1042951"/>
          </a:xfrm>
          <a:prstGeom prst="rect">
            <a:avLst/>
          </a:prstGeom>
        </p:spPr>
        <p:txBody>
          <a:bodyPr lIns="0" tIns="0" rIns="0" bIns="0" rtlCol="0" anchor="t">
            <a:spAutoFit/>
          </a:bodyPr>
          <a:lstStyle/>
          <a:p>
            <a:pPr algn="ctr">
              <a:lnSpc>
                <a:spcPts val="7614"/>
              </a:lnSpc>
              <a:spcBef>
                <a:spcPct val="0"/>
              </a:spcBef>
            </a:pPr>
            <a:r>
              <a:rPr lang="en-US" sz="5438" b="1">
                <a:solidFill>
                  <a:srgbClr val="000000"/>
                </a:solidFill>
                <a:latin typeface="Times New Roman Bold"/>
                <a:ea typeface="Times New Roman Bold"/>
                <a:cs typeface="Times New Roman Bold"/>
                <a:sym typeface="Times New Roman Bold"/>
              </a:rPr>
              <a:t>CONCLUSION &amp; THANK YOU</a:t>
            </a:r>
          </a:p>
        </p:txBody>
      </p:sp>
      <p:sp>
        <p:nvSpPr>
          <p:cNvPr id="8" name="TextBox 8"/>
          <p:cNvSpPr txBox="1"/>
          <p:nvPr/>
        </p:nvSpPr>
        <p:spPr>
          <a:xfrm>
            <a:off x="3895355" y="9794298"/>
            <a:ext cx="10491193" cy="333608"/>
          </a:xfrm>
          <a:prstGeom prst="rect">
            <a:avLst/>
          </a:prstGeom>
        </p:spPr>
        <p:txBody>
          <a:bodyPr lIns="0" tIns="0" rIns="0" bIns="0" rtlCol="0" anchor="t">
            <a:spAutoFit/>
          </a:bodyPr>
          <a:lstStyle/>
          <a:p>
            <a:pPr algn="ctr">
              <a:lnSpc>
                <a:spcPts val="2612"/>
              </a:lnSpc>
              <a:spcBef>
                <a:spcPct val="0"/>
              </a:spcBef>
            </a:pPr>
            <a:r>
              <a:rPr lang="en-US" sz="1865" b="1">
                <a:solidFill>
                  <a:srgbClr val="F4E9EC"/>
                </a:solidFill>
                <a:latin typeface="Poppins Semi-Bold"/>
                <a:ea typeface="Poppins Semi-Bold"/>
                <a:cs typeface="Poppins Semi-Bold"/>
                <a:sym typeface="Poppins Semi-Bold"/>
              </a:rPr>
              <a:t>Sri Indu College of Engg &amp; Tech - Cyber Club, Department of Cyber Security</a:t>
            </a:r>
          </a:p>
        </p:txBody>
      </p:sp>
      <p:sp>
        <p:nvSpPr>
          <p:cNvPr id="9" name="TextBox 9"/>
          <p:cNvSpPr txBox="1"/>
          <p:nvPr/>
        </p:nvSpPr>
        <p:spPr>
          <a:xfrm>
            <a:off x="567771" y="954513"/>
            <a:ext cx="2027397" cy="346249"/>
          </a:xfrm>
          <a:prstGeom prst="rect">
            <a:avLst/>
          </a:prstGeom>
        </p:spPr>
        <p:txBody>
          <a:bodyPr wrap="square" lIns="0" tIns="0" rIns="0" bIns="0" rtlCol="0" anchor="t">
            <a:spAutoFit/>
          </a:bodyPr>
          <a:lstStyle/>
          <a:p>
            <a:pPr algn="ctr">
              <a:lnSpc>
                <a:spcPts val="2707"/>
              </a:lnSpc>
            </a:pPr>
            <a:r>
              <a:rPr lang="en-US" sz="2400" b="1" dirty="0">
                <a:solidFill>
                  <a:srgbClr val="000000"/>
                </a:solidFill>
                <a:latin typeface="Times New Roman Bold"/>
                <a:ea typeface="Times New Roman Bold"/>
                <a:cs typeface="Times New Roman Bold"/>
                <a:sym typeface="Times New Roman Bold"/>
              </a:rPr>
              <a:t>HACKSQUAD</a:t>
            </a:r>
          </a:p>
        </p:txBody>
      </p:sp>
      <p:sp>
        <p:nvSpPr>
          <p:cNvPr id="10" name="TextBox 10"/>
          <p:cNvSpPr txBox="1"/>
          <p:nvPr/>
        </p:nvSpPr>
        <p:spPr>
          <a:xfrm>
            <a:off x="1905000" y="3861172"/>
            <a:ext cx="15049658" cy="3969741"/>
          </a:xfrm>
          <a:prstGeom prst="rect">
            <a:avLst/>
          </a:prstGeom>
        </p:spPr>
        <p:txBody>
          <a:bodyPr wrap="square" lIns="0" tIns="0" rIns="0" bIns="0" rtlCol="0" anchor="t">
            <a:spAutoFit/>
          </a:bodyPr>
          <a:lstStyle/>
          <a:p>
            <a:pPr marL="417312" lvl="1" algn="l">
              <a:lnSpc>
                <a:spcPts val="6301"/>
              </a:lnSpc>
            </a:pPr>
            <a:r>
              <a:rPr lang="en-US" sz="4000" dirty="0"/>
              <a:t>The </a:t>
            </a:r>
            <a:r>
              <a:rPr lang="en-US" sz="4000" b="1" dirty="0"/>
              <a:t>AI-Powered Student Assistance for Technical Education</a:t>
            </a:r>
            <a:r>
              <a:rPr lang="en-US" sz="4000" dirty="0"/>
              <a:t> project aims to revolutionize learning by providing personalized, 24/7 academic support using advanced AI technologies. It enhances student engagement, improves outcomes, and makes technical education more accessible and effective for all learners.</a:t>
            </a:r>
            <a:endParaRPr lang="en-US" sz="3865" dirty="0">
              <a:solidFill>
                <a:srgbClr val="000000"/>
              </a:solidFill>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TotalTime>
  <Words>413</Words>
  <Application>Microsoft Office PowerPoint</Application>
  <PresentationFormat>Custom</PresentationFormat>
  <Paragraphs>54</Paragraphs>
  <Slides>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Poppins Semi-Bold</vt:lpstr>
      <vt:lpstr>Times New Roman Bold</vt:lpstr>
      <vt:lpstr>Arial</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Pink Gradient Modern Minimalist Computer Technology Presentation</dc:title>
  <cp:lastModifiedBy>naveen kumar</cp:lastModifiedBy>
  <cp:revision>2</cp:revision>
  <dcterms:created xsi:type="dcterms:W3CDTF">2006-08-16T00:00:00Z</dcterms:created>
  <dcterms:modified xsi:type="dcterms:W3CDTF">2025-04-30T09:41:06Z</dcterms:modified>
  <dc:identifier>DAGmCImH0yY</dc:identifier>
</cp:coreProperties>
</file>